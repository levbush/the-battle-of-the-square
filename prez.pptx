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639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919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1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540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975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246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12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8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805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64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198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0957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581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0775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8401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991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38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71648FB-2650-403E-8A86-72C6E7E8706C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1CDA586-7649-4449-BCF0-C54773423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101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BD8F15-0A17-4249-9F86-ECA19882F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4814F0-C0D1-4B02-B1FE-5919C36179DD}"/>
              </a:ext>
            </a:extLst>
          </p:cNvPr>
          <p:cNvSpPr txBox="1"/>
          <p:nvPr/>
        </p:nvSpPr>
        <p:spPr>
          <a:xfrm>
            <a:off x="8217243" y="6203092"/>
            <a:ext cx="39170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Жирнов Леонид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A3BEF-D536-4CFF-89ED-DE63893693F8}"/>
              </a:ext>
            </a:extLst>
          </p:cNvPr>
          <p:cNvSpPr txBox="1"/>
          <p:nvPr/>
        </p:nvSpPr>
        <p:spPr>
          <a:xfrm>
            <a:off x="-128201" y="6150114"/>
            <a:ext cx="61567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YS Text"/>
              </a:rPr>
              <a:t> Бушуев Лев</a:t>
            </a:r>
            <a:endParaRPr lang="ru-RU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EF02C-C8B1-48CD-B237-E7D853DA0DEB}"/>
              </a:ext>
            </a:extLst>
          </p:cNvPr>
          <p:cNvSpPr txBox="1"/>
          <p:nvPr/>
        </p:nvSpPr>
        <p:spPr>
          <a:xfrm>
            <a:off x="2075934" y="220075"/>
            <a:ext cx="8136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The Battle of the square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1166044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11E461-80BC-4D55-860D-FE92CF675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49D402-B7F4-438B-820A-F8F24DBCEF1E}"/>
              </a:ext>
            </a:extLst>
          </p:cNvPr>
          <p:cNvSpPr txBox="1"/>
          <p:nvPr/>
        </p:nvSpPr>
        <p:spPr>
          <a:xfrm>
            <a:off x="131290" y="162342"/>
            <a:ext cx="6609322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Состав игры:</a:t>
            </a:r>
            <a:endParaRPr lang="ru-RU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1) начальное окно: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начать игру.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продолжить игру.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2) создание игры: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размер карты.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кол-во игроков.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кол-во ботов.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сложность ботов если они</a:t>
            </a:r>
            <a:r>
              <a:rPr lang="en-US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есть.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3)</a:t>
            </a:r>
            <a:r>
              <a:rPr lang="en-US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игра: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сама игра.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настройки.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технологии.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статистика.</a:t>
            </a:r>
          </a:p>
          <a:p>
            <a:r>
              <a:rPr lang="ru-RU" sz="24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- экран конца игры.</a:t>
            </a:r>
          </a:p>
        </p:txBody>
      </p:sp>
    </p:spTree>
    <p:extLst>
      <p:ext uri="{BB962C8B-B14F-4D97-AF65-F5344CB8AC3E}">
        <p14:creationId xmlns:p14="http://schemas.microsoft.com/office/powerpoint/2010/main" val="124739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B15A55-E77A-4E7D-B464-EBDD2BF68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7485FA-0DB8-4A46-BD10-FA7A2E631A8A}"/>
              </a:ext>
            </a:extLst>
          </p:cNvPr>
          <p:cNvSpPr txBox="1"/>
          <p:nvPr/>
        </p:nvSpPr>
        <p:spPr>
          <a:xfrm>
            <a:off x="222422" y="284205"/>
            <a:ext cx="11602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1) Мы использовались все технологии </a:t>
            </a:r>
            <a:r>
              <a:rPr lang="en-US" sz="2800" dirty="0"/>
              <a:t>arcade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D5C10-6A87-4779-8A57-6ED1F4E712B0}"/>
              </a:ext>
            </a:extLst>
          </p:cNvPr>
          <p:cNvSpPr txBox="1"/>
          <p:nvPr/>
        </p:nvSpPr>
        <p:spPr>
          <a:xfrm>
            <a:off x="222422" y="815546"/>
            <a:ext cx="116029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2) </a:t>
            </a:r>
            <a:r>
              <a:rPr lang="ru-RU" sz="2800" dirty="0"/>
              <a:t>структура(несколько основных классов)</a:t>
            </a:r>
            <a:r>
              <a:rPr lang="en-US" sz="2800" dirty="0"/>
              <a:t>:</a:t>
            </a:r>
          </a:p>
          <a:p>
            <a:r>
              <a:rPr lang="en-US" sz="2800" dirty="0"/>
              <a:t>     -</a:t>
            </a:r>
            <a:r>
              <a:rPr lang="ru-RU" sz="2800" dirty="0"/>
              <a:t> </a:t>
            </a:r>
            <a:r>
              <a:rPr lang="en-US" sz="2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BotLogic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dirty="0"/>
              <a:t>     - </a:t>
            </a:r>
            <a:r>
              <a:rPr lang="en-US" sz="2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MovementSystem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dirty="0"/>
              <a:t>     - </a:t>
            </a:r>
            <a:r>
              <a:rPr lang="en-US" sz="2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UnitBase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dirty="0"/>
              <a:t>     - </a:t>
            </a:r>
            <a:r>
              <a:rPr lang="en-US" sz="2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TileBase</a:t>
            </a:r>
            <a:endParaRPr lang="ru-RU" sz="2800" dirty="0">
              <a:solidFill>
                <a:srgbClr val="4EC9B0"/>
              </a:solidFill>
              <a:latin typeface="Consolas" panose="020B0609020204030204" pitchFamily="49" charset="0"/>
            </a:endParaRPr>
          </a:p>
          <a:p>
            <a:r>
              <a:rPr lang="ru-RU" sz="2800" dirty="0">
                <a:solidFill>
                  <a:srgbClr val="4EC9B0"/>
                </a:solidFill>
                <a:latin typeface="Consolas" panose="020B0609020204030204" pitchFamily="49" charset="0"/>
              </a:rPr>
              <a:t>  </a:t>
            </a:r>
            <a:r>
              <a:rPr lang="ru-RU" sz="2800" dirty="0">
                <a:latin typeface="Consolas" panose="020B0609020204030204" pitchFamily="49" charset="0"/>
              </a:rPr>
              <a:t>-</a:t>
            </a:r>
            <a:r>
              <a:rPr lang="en-US" sz="2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GameView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6AFE4-657A-4BB0-99FF-FD0AE3ADB654}"/>
              </a:ext>
            </a:extLst>
          </p:cNvPr>
          <p:cNvSpPr txBox="1"/>
          <p:nvPr/>
        </p:nvSpPr>
        <p:spPr>
          <a:xfrm>
            <a:off x="222422" y="3328256"/>
            <a:ext cx="1160299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3) Мы использовали базу данных -</a:t>
            </a:r>
            <a:r>
              <a:rPr lang="en-US" sz="2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sqlite3 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c 4 </a:t>
            </a:r>
            <a:r>
              <a:rPr lang="ru-RU" sz="2800" b="0" dirty="0">
                <a:effectLst/>
                <a:latin typeface="Consolas" panose="020B0609020204030204" pitchFamily="49" charset="0"/>
              </a:rPr>
              <a:t>таблицами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-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game_state</a:t>
            </a:r>
            <a:endParaRPr lang="en-US" sz="2800" b="0" dirty="0">
              <a:solidFill>
                <a:schemeClr val="accent5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effectLst/>
                <a:latin typeface="Consolas" panose="020B0609020204030204" pitchFamily="49" charset="0"/>
              </a:rPr>
              <a:t>   - </a:t>
            </a:r>
            <a:r>
              <a:rPr lang="en-US" sz="28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settings</a:t>
            </a:r>
          </a:p>
          <a:p>
            <a:r>
              <a:rPr lang="en-US" sz="28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-</a:t>
            </a:r>
            <a:r>
              <a:rPr lang="en-US" sz="28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players</a:t>
            </a:r>
          </a:p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2800" dirty="0">
                <a:latin typeface="Consolas" panose="020B0609020204030204" pitchFamily="49" charset="0"/>
              </a:rPr>
              <a:t>-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map</a:t>
            </a:r>
          </a:p>
          <a:p>
            <a:endParaRPr lang="en-US" b="0" dirty="0">
              <a:solidFill>
                <a:schemeClr val="accent5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372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36821A-134A-42B8-8EDA-95F9E6320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7" y="0"/>
            <a:ext cx="1029102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E06937-8408-40B0-8BD4-7B5FBD6FFE76}"/>
              </a:ext>
            </a:extLst>
          </p:cNvPr>
          <p:cNvSpPr txBox="1"/>
          <p:nvPr/>
        </p:nvSpPr>
        <p:spPr>
          <a:xfrm>
            <a:off x="0" y="74817"/>
            <a:ext cx="861729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Как можно улучшить </a:t>
            </a:r>
            <a:r>
              <a:rPr lang="ru-RU" sz="2800" dirty="0" err="1"/>
              <a:t>проэкт</a:t>
            </a:r>
            <a:r>
              <a:rPr lang="en-US" sz="2800" dirty="0"/>
              <a:t>:</a:t>
            </a:r>
          </a:p>
          <a:p>
            <a:r>
              <a:rPr lang="en-US" sz="2800" dirty="0"/>
              <a:t>	1)</a:t>
            </a:r>
            <a:r>
              <a:rPr lang="ru-RU" sz="2800" dirty="0"/>
              <a:t>защитить базу данных</a:t>
            </a:r>
          </a:p>
          <a:p>
            <a:r>
              <a:rPr lang="ru-RU" sz="2800" dirty="0"/>
              <a:t>	2)добавить новые скины</a:t>
            </a:r>
            <a:r>
              <a:rPr lang="en-US" sz="2800" dirty="0"/>
              <a:t>:</a:t>
            </a:r>
          </a:p>
          <a:p>
            <a:r>
              <a:rPr lang="en-US" sz="2800" dirty="0"/>
              <a:t>		- </a:t>
            </a:r>
            <a:r>
              <a:rPr lang="ru-RU" sz="2800" dirty="0"/>
              <a:t>на местность</a:t>
            </a:r>
          </a:p>
          <a:p>
            <a:r>
              <a:rPr lang="ru-RU" sz="2800" dirty="0"/>
              <a:t>		- на юнитов и города</a:t>
            </a:r>
          </a:p>
          <a:p>
            <a:r>
              <a:rPr lang="ru-RU" sz="2800" dirty="0"/>
              <a:t>	3)изменить </a:t>
            </a:r>
            <a:r>
              <a:rPr lang="ru-RU" sz="2800" dirty="0" err="1"/>
              <a:t>логигу</a:t>
            </a:r>
            <a:r>
              <a:rPr lang="ru-RU" sz="2800" dirty="0"/>
              <a:t> ботов</a:t>
            </a:r>
            <a:r>
              <a:rPr lang="en-US" sz="2800" dirty="0"/>
              <a:t>:</a:t>
            </a:r>
          </a:p>
          <a:p>
            <a:r>
              <a:rPr lang="en-US" sz="2800" dirty="0"/>
              <a:t>		</a:t>
            </a:r>
            <a:r>
              <a:rPr lang="ru-RU" sz="2800" dirty="0"/>
              <a:t>- оптимизировать</a:t>
            </a:r>
          </a:p>
          <a:p>
            <a:r>
              <a:rPr lang="ru-RU" sz="2800" dirty="0"/>
              <a:t>		- сделать умнее и слабее</a:t>
            </a:r>
          </a:p>
          <a:p>
            <a:r>
              <a:rPr lang="ru-RU" sz="2800" dirty="0"/>
              <a:t>	4) добавить новую механику</a:t>
            </a:r>
            <a:r>
              <a:rPr lang="en-US" sz="2800" dirty="0"/>
              <a:t>:</a:t>
            </a:r>
          </a:p>
          <a:p>
            <a:r>
              <a:rPr lang="en-US" sz="2800" dirty="0"/>
              <a:t>		- </a:t>
            </a:r>
            <a:r>
              <a:rPr lang="ru-RU" sz="2800" dirty="0"/>
              <a:t>дороги</a:t>
            </a:r>
          </a:p>
          <a:p>
            <a:r>
              <a:rPr lang="ru-RU" sz="2800" dirty="0"/>
              <a:t>		- выбор прокачки с прокачкой города</a:t>
            </a:r>
          </a:p>
          <a:p>
            <a:r>
              <a:rPr lang="ru-RU" sz="2800" dirty="0"/>
              <a:t>		- мирные договора</a:t>
            </a:r>
          </a:p>
          <a:p>
            <a:r>
              <a:rPr lang="ru-RU" sz="2800" dirty="0"/>
              <a:t>		- корабли и </a:t>
            </a:r>
            <a:r>
              <a:rPr lang="en-US" sz="2800" dirty="0"/>
              <a:t>“</a:t>
            </a:r>
            <a:r>
              <a:rPr lang="ru-RU" sz="2800" dirty="0"/>
              <a:t>глубокие воды</a:t>
            </a:r>
            <a:r>
              <a:rPr lang="en-US" sz="2800" dirty="0"/>
              <a:t>”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16111688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33</TotalTime>
  <Words>283</Words>
  <Application>Microsoft Office PowerPoint</Application>
  <PresentationFormat>Широкоэкранный</PresentationFormat>
  <Paragraphs>43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Century Gothic</vt:lpstr>
      <vt:lpstr>Consolas</vt:lpstr>
      <vt:lpstr>Wingdings 3</vt:lpstr>
      <vt:lpstr>YS Text</vt:lpstr>
      <vt:lpstr>Сектор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Ид Лобо</dc:creator>
  <cp:lastModifiedBy>Ид Лобо</cp:lastModifiedBy>
  <cp:revision>5</cp:revision>
  <dcterms:created xsi:type="dcterms:W3CDTF">2026-02-07T10:17:22Z</dcterms:created>
  <dcterms:modified xsi:type="dcterms:W3CDTF">2026-02-07T10:50:51Z</dcterms:modified>
</cp:coreProperties>
</file>